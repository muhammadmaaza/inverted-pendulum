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E4E8-6F9D-D300-E496-C12C188F6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27AD7-185C-D6BF-95E6-C5AAC8680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8F419-A722-8754-92E7-DDD77B89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B6A74-877F-F50D-ED78-02CDCC38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3E2A5-D1AD-4803-337F-F3F24688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420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779F-744C-BBAB-C8E2-3E374A4D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C9ECC-16B7-3538-68E7-EDE647617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23432-E771-B743-5E7E-0E99F3B8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76037-BDC8-04C5-282F-123D8453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04CC2-A935-F70A-D4BC-328216F3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8414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30FB-57FC-5B6A-95EA-F51EAAE36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61966-C257-8A76-C18E-19C35C26D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846E1-5894-83E2-3015-9814B9C5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2AFC8-8C02-19A6-ACD9-26D6971A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15227-C9F0-7FD6-2DA2-B4DCD1A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3526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E532-8738-997B-327B-605D1842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5C39A-36F2-96DC-802A-FF7B04F88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1CAA7-1396-69D9-41F9-500B74D55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8FC28-412A-4026-9C54-2CF35308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2B7F5-2D20-2712-67B7-84EC7C7A2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BA91A-0C0F-FFB4-ACD9-8134AE33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656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0A9D-303B-E196-D9C8-8E4F4217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13935-087B-48E7-404D-C2D49D65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38CF1-0ABC-E97C-D64F-5458C5423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946ED-86F3-FFAC-E183-0989E116D6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DF1082-4C82-CC43-A618-A7F939490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C4912-C2A5-1AA0-8C93-632AA96C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70EAF6-1499-CE5A-6BEF-6C7489CC8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96CBF6-10EE-E709-7F39-BBEF64D7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986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B44A-EA62-0344-04B7-A07A424E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A88719-8E51-3A6C-F160-E8AE0C80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BC1F4-E353-B725-6BDC-8575C2B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843DB-28A3-AAE1-4260-1A74374E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04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58D28-B2EB-492C-00BA-342DC416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97A847-0FEC-F989-1C53-AC83974B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B79CE-1036-8EC3-5023-EE93E29D4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6242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981BE-DD91-015A-F4DF-12B854685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8514-A1C4-66B4-44B5-8608F9C9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6D07A-72F5-5569-DBD2-14B9A672D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1F667-6AE8-1B5E-3289-BA5FD898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E88A8-DF07-B415-ECA6-335A934A8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76DE9-CE2F-C44E-41E9-5BE127A8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3743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50BC-A17A-0AF3-1AE8-55412E414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11760-6C51-F850-6996-F36350EF3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210E8-9BFB-9631-BD73-8583951E4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266E5-05F1-0CFA-7C18-384FA97A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72CAB-648D-C4E2-EEEB-49F5E865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D832B-48B6-AFF6-A6DE-417246BD3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6592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AEC8-BE0C-9EB8-E39C-22DC8922F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2311E-84D2-F7CB-4887-FFB7DFEF8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2FC79-04CE-F359-F12A-02142385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9A3CD-FC8C-899D-62E6-074F8551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3704D-11E3-84A8-1AB3-0A2F7ABD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9343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A3FA1F-8B4D-BA08-CAA8-A4487D561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290CA-F123-5BDD-44EF-FE87C15F2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A09AD-6E03-54E6-DCDB-FBE8DCAD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AD34-BA5D-72E3-0520-8FD693A0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BDDA2-1E52-4DC9-59AD-95499B23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16292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D7746-CAF3-EEC2-8400-5F4762CC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1B4D6-7A3F-31B2-0446-D704C327F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2342D-1734-EB7B-1E23-8A3CF7539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DC25C-2A78-4145-804B-A21A94D5B7FF}" type="datetimeFigureOut">
              <a:rPr lang="en-PK" smtClean="0"/>
              <a:t>07/03/2025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A6525-3390-276F-0C93-A1D18DB53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EAE18-4A64-0D57-BBD9-94ACBA340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E1B3D-B248-4A57-9A17-2B1C79C141C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993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65A5-8879-95C1-9914-CEEDF9B6C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3510A-7832-742A-7490-6E5D5743E3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8781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Maaz, Muhammad</dc:creator>
  <cp:lastModifiedBy>Maaz, Muhammad</cp:lastModifiedBy>
  <cp:revision>1</cp:revision>
  <dcterms:created xsi:type="dcterms:W3CDTF">2025-03-07T14:02:42Z</dcterms:created>
  <dcterms:modified xsi:type="dcterms:W3CDTF">2025-03-07T14:03:42Z</dcterms:modified>
</cp:coreProperties>
</file>